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Flow-2 report for Option 1 (User Registration &amp; Login). Account vypv, program Flezi-E1-Dev.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project and final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you understood the requirement before 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the estimate was reached.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Justify each mode/model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structure of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one representative prompt verbatim and explain its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each chat session to a slide; do not tidy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your sign-off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3+ places where AI output was corrected or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tests actually ran and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 each requirement is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negative paths were handled.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Selecting the right server and saying why is required; using it is a bonus.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actual consumption and meaningful spending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the work into a repeatable governed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pass requires 80+ and no Level 1 criterion.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Flow-2 AI Execution Report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1 — User Registration &amp; Login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42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vypv  ·  Developer (Flezi-E1-Dev)  ·  01 Oct 2026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the AI. Prove your judgement. Evidence everything.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33832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4206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17/17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892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4114800"/>
            <a:ext cx="33832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17720" y="4206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892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Given/When/Then scenarios covered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4114800"/>
            <a:ext cx="33832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75320" y="4206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4892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dependencies (Node.js built-ins only)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6172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deck  ·  Flow2_vypv_Flezi-E1-Dev_Option_1.pptx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6949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Option 1 — User Registration &amp; Login. Secure register + login slice with validation, salted hashing, token issuance and negative-path handling.</a:t>
            </a:r>
            <a:endParaRPr lang="en-US" sz="1650" dirty="0"/>
          </a:p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Working register/login UI + protected page, 3 endpoints + /me, 17 passing tests (all 6 spec scenarios).</a:t>
            </a:r>
            <a:endParaRPr lang="en-US" sz="1650" dirty="0"/>
          </a:p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Claude Code agent in VS Code (model: Claude Opus 5.5) · Node.js 24 built-ins · no npm packages.</a:t>
            </a:r>
            <a:endParaRPr lang="en-US" sz="1650" dirty="0"/>
          </a:p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used: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yet recorded — add the actual figure from your usage page (see slide 20).</a:t>
            </a:r>
            <a:endParaRPr lang="en-US" sz="1650" dirty="0"/>
          </a:p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first draft is not the evidence. Running the tests and reviewing real screenshots exposed defects (lost 413 response, toast pile-up, layout bugs) that reading the code missed.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863840" y="1234440"/>
            <a:ext cx="3840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92440" y="13441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17/17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 (npm test)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863840" y="2880360"/>
            <a:ext cx="3840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092440" y="29900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3703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traced to code + tests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863840" y="4526280"/>
            <a:ext cx="3840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092440" y="46360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5349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outputs corrected or rejected (slide 10)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 understanding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story asks for, and the decisions made where the spec left room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5577840" cy="1143000"/>
          </a:xfrm>
          <a:prstGeom prst="rect">
            <a:avLst/>
          </a:prstGeom>
          <a:solidFill>
            <a:srgbClr val="EEF6F8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" y="1536192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new visitor, I want to register an account and log in securely, so that I can access personalized features of the application.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7614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(from the spec)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154680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unique + valid; password ≥ 8, letter + number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a salt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→ 201, no password/hash exposed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token + expiry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credentials → 401 generic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→ 409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errors → 400 per field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55080" y="1463040"/>
            <a:ext cx="539496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583680" y="16002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Interpretations &amp; decisions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2011680"/>
            <a:ext cx="49834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= HS256 JWT (1h) in the body per contract, plus an HttpOnly SameSite=Strict cookie the UI uses (no localStorage).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= scrypt with per-user salt (built into node:crypto; bcrypt would add a dependency).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checks input shape only, not strength rules: avoids leaking policy and locking out old accounts.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auto-signs-in and redirects to the protected page.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 = 5 failures per email+IP / 15 min, in memory (Redis noted for multi-instance).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 point estimation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scale: complexity, effort and risk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313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Medium-high: hashing, token signing, timing-safe compare, enumeration-safe errors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Medium: 3 endpoints + /me, 2 views, 17 tests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 / Risk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Medium: security-sensitive; token storage needed a decision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points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password reset / email verify, but security rules push it above plain CRUD (3)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52578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proposed with the AI from the spec and what was actually built; the final number is the learner's judgement — adjust it if your team calibrates differently.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tool, mode &amp; model selection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 did which job, and why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148840"/>
                <a:gridCol w="2651760"/>
                <a:gridCol w="382219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choice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spec, guideline, template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Agent: file reading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· Claude Opus 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local PDFs/PPTX directly, no copy-paste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&amp; design decisions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planning (≈ Chat)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· Claude Opus 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Weighed 403 vs 404, cookie vs storage, snapshot pricing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API +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coding (≈ Codex)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· Claude Opus 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Multi-file repo changes: the coding-agent 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tests &amp; debug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coding (≈ Codex)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--test (local)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failures fixed in the loop, no model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playwright-core + local 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Repeatable, real screenshots of the running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report deck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(≈ Work)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pptxgenjs 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Deck generated from the real artifacts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983480"/>
            <a:ext cx="11274552" cy="1234440"/>
          </a:xfrm>
          <a:prstGeom prst="rect">
            <a:avLst/>
          </a:prstGeom>
          <a:solidFill>
            <a:srgbClr val="FFF4E5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5074920"/>
            <a:ext cx="10835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&amp; model-tier check  </a:t>
            </a:r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guideline default is ChatGPT Enterprise + Codex (GPT Luna, step up to Terra; Sol+ is out of scope). Claude may be used only if your FSU/BU/client provides the licence. Confirm that licence, and that the model tier is in scope for Flow-2, before submitting.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key design decisions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layers, rules enforced twice: in code and in the database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94360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JS, no framework; same-origin fetch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017520" y="1965960"/>
            <a:ext cx="292608" cy="310896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55848" y="1463040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493008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node:http router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493008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parsing, 16 KB limit, security headers, error shape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16168" y="1965960"/>
            <a:ext cx="292608" cy="310896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54496" y="1463040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391656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391656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business rules (pure functions)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814816" y="1965960"/>
            <a:ext cx="292608" cy="310896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153144" y="1463040"/>
            <a:ext cx="2514600" cy="1325880"/>
          </a:xfrm>
          <a:prstGeom prst="rect">
            <a:avLst/>
          </a:prstGeom>
          <a:solidFill>
            <a:srgbClr val="EEF6F8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9290304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(node:sqlite)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290304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/ CHECK constraints, indexes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1127455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4340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scrypt + random salt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Memory-hard, adaptive; params stored with the hash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Dummy-hash on unknown email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time + same 401 for "no user" and "wrong password"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UNIQUE(email) 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guard if two registrations race past the pre-check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HttpOnly cookie for the 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unreadable by injected scripts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npm dependencies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to install; no supply-chain risk; runs on any Node ≥ 22.5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 &amp; engineering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as actually sent, an honest critique, and the structure to reuse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5120640" cy="2148840"/>
          </a:xfrm>
          <a:prstGeom prst="rect">
            <a:avLst/>
          </a:prstGeom>
          <a:solidFill>
            <a:srgbClr val="1E1E1E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" y="15361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as sent (verbatim, with the two attached screenshots)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8745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 all this tassk and zip for 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name is vypv"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Follow-up mid-run: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"sorry not the zip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pptx file"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794760"/>
            <a:ext cx="51206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0080" y="3886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critique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279392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Under-specified: no role, constraints or output format.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compensated by reading the guideline (13 pages), the template and the spec PDF before writing code.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stated output format would have avoided the zip → pptx correction.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852160" y="1463040"/>
            <a:ext cx="5879592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035040" y="1554480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 to reuse (Role · Context · Task · Constraints · Output)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035040" y="2011680"/>
            <a:ext cx="5532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full-stack Node.js developer.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Option 1 spec (User Registration &amp; Login) PDF, report template PPTX, guideline v1.3.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back end + front end + one unit test per Given/When/Then row; README with run steps and the estimation table.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sample data only; no new dependencies; parameterised SQL; no writes outside ./options; ask before deciding ambiguous rules.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changed, test results, open questions; then one PPTX report deck.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4846320"/>
            <a:ext cx="55321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35040" y="4956048"/>
            <a:ext cx="5532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structure  </a:t>
            </a:r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sets the quality bar. Context points at files instead of pasting them. Constraints encode the guideline's red flags (data, dependencies, unapproved writes). Output makes the result easy to review.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chat session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— Option 1 API + UI + tests + deck — 1 Oct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46304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in the session (in order)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1901952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84708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Flow-2 guideline, the template deck and the Option spec PDF.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2615184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560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a zero-dependency Node 24 stack (node:http, node:sqlite, node:crypto, node:test).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3328416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27355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shared HTTP and token modules, then this option's service, API and UI.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2920" y="404164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398678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npm test, fixed real failures, re-ran until green.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2920" y="475488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4754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470001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Drove the app in headless Edge, reviewed every screenshot, fixed UI defects, re-captured.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5468112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5468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097280" y="541324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the README; learner redirected the output from zip to PPTX; deck generated.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629400" y="1463040"/>
            <a:ext cx="5102352" cy="4800600"/>
          </a:xfrm>
          <a:prstGeom prst="rect">
            <a:avLst/>
          </a:prstGeom>
          <a:solidFill>
            <a:srgbClr val="FFF4E5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6812280" y="1600200"/>
            <a:ext cx="473659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SUBMITTING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or export of this Claude Code session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VS Code Claude Code conversation (or screenshot its key turns) and place it on this slide; add more slides if needed.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it: "Agent — Option 1 API + UI + tests + deck — 1 Oct".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tidy it: the weak first prompt and the zip → pptx correction are the evidence.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anything confidential first.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Human-in-the-loop: review gates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human (or a hard check) had to say yes before work moved 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6309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1792" y="173736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writes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187452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worked only in local folders: no git push, PR, Jira or upload. Nothing left the machine without the learner.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670048"/>
            <a:ext cx="6309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" y="294436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27614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gate the evidence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08152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captured only after npm test was green (17/17 for this option, 74/74 across all five).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877056"/>
            <a:ext cx="6309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1792" y="4151376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" y="4151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396849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review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428853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captured screenshot was inspected; UI defects found there were fixed and re-captured (slide 10).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5084064"/>
            <a:ext cx="6309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1792" y="5358384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" y="5358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325880" y="517550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sign-off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325880" y="549554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reviews the code, runs the app and approves this deck before uploading it to the PowerApps form.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040880" y="1463040"/>
            <a:ext cx="4690872" cy="4709160"/>
          </a:xfrm>
          <a:prstGeom prst="rect">
            <a:avLst/>
          </a:prstGeom>
          <a:solidFill>
            <a:srgbClr val="FFF4E5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29" name="Text 26"/>
          <p:cNvSpPr txBox="1"/>
          <p:nvPr/>
        </p:nvSpPr>
        <p:spPr>
          <a:xfrm>
            <a:off x="7223760" y="1600200"/>
            <a:ext cx="432511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SUBMITTING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approval evidence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screenshot showing you reviewing or approving the agent's work, e.g. a permission prompt, a diff review, or you running npm test.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on what you checked and what you would have rejected.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Corrections &amp; rejections of AI output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really happened in this session; "found by" says who or what caught 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926080"/>
                <a:gridCol w="2587752"/>
                <a:gridCol w="2926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 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/ decision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Loading spinner styled with display:inline-block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Overrode the [hidden] attribute, so the spinner would never hide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review (agent) before first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[hidden]{display:none !important} in base.css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JSON body reader called req.destroy() on bodies over 16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got "socket closed" instead of a 413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Failing test (Option 1: "rejects extremely long input")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Content-Length up front, drain instead of destroy; test now green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Toast messages on every write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toasts stacked over the UI after rapid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 review of captured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only the 3 most recent toasts (shared client.js)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 plan: zip archive of all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wanted the PPTX report decks, not a zip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(mid-session message: "not the zip file, pptx file")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Re-scoped output to one PPTX deck per option; no zip produced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349240"/>
            <a:ext cx="11274552" cy="914400"/>
          </a:xfrm>
          <a:prstGeom prst="rect">
            <a:avLst/>
          </a:prstGeom>
          <a:solidFill>
            <a:srgbClr val="FFF4E5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10" name="Text 6"/>
          <p:cNvSpPr txBox="1"/>
          <p:nvPr/>
        </p:nvSpPr>
        <p:spPr>
          <a:xfrm>
            <a:off x="640080" y="54864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SUBMITTING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least one correction from your own review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source code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54316" y="1161288"/>
            <a:ext cx="7669609" cy="5175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8" name="Image 0" descr="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748" y="1188720"/>
            <a:ext cx="7614745" cy="5120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641080" y="1188720"/>
            <a:ext cx="3090672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823960" y="13258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823960" y="173736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authService.js: register() normalises + hashes; login() uses a dummy hash for unknown emails and a lockout limiter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823960" y="3931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code lives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823960" y="434340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options/option-1-user-auth/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  (server, services, db)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public/  (UI)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test/  (node:test)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README.md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app UI (1/4)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of the running app (headless Edge, 01 Oct 2026)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25854" y="1453896"/>
            <a:ext cx="4275172" cy="4855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ui-1-inline-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3286" y="1481328"/>
            <a:ext cx="4220308" cy="4800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98280" y="1481328"/>
            <a:ext cx="26334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253728" y="1627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53728" y="2057400"/>
            <a:ext cx="2331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Inline, real-time validation: email format and password rules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app UI (2/4)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of the running app (headless Edge, 01 Oct 2026)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9768" y="1453896"/>
            <a:ext cx="8467344" cy="2434019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ui-2-protected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8412480" cy="237915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98280" y="1481328"/>
            <a:ext cx="26334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253728" y="1627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53728" y="2057400"/>
            <a:ext cx="2331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register: redirected to the protected page (data from GET /me)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app UI (3/4)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of the running app (headless Edge, 01 Oct 2026)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681013" y="1453896"/>
            <a:ext cx="3964855" cy="4855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ui-3-duplicate-4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8445" y="1481328"/>
            <a:ext cx="3909991" cy="4800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98280" y="1481328"/>
            <a:ext cx="26334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253728" y="1627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53728" y="2057400"/>
            <a:ext cx="2331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email in different casing/whitespace → 409 "Email already in use"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app UI (4/4)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of the running app (headless Edge, 01 Oct 2026)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37260" y="1453896"/>
            <a:ext cx="4452360" cy="4855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ui-4-login-401-gener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4692" y="1481328"/>
            <a:ext cx="4397496" cy="4800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98280" y="1481328"/>
            <a:ext cx="26334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253728" y="1627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53728" y="2057400"/>
            <a:ext cx="2331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password → generic "Invalid email or password" (401)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evidence: spec scenarios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test → 17 passed, 0 failed (captured run output)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9768" y="1435608"/>
            <a:ext cx="6089904" cy="4032743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te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035040" cy="3977879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463040"/>
          <a:ext cx="496519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685032"/>
                <a:gridCol w="868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 / When / Then (spec table)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email + password → created, hash ≠ plaintext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Already-registered email → 409, no duplicate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email / short password → 400 field errors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password → token with expiry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password → 401 generic message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hash + correct password → verify 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6766560" y="5120640"/>
            <a:ext cx="4965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11 extra tests for acceptance criteria and edge cases (slides 17–18). Each run uses a fresh in-memory database, so results are repeatable.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Acceptance criteria → code → tests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criterion is implemented and verified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3566160"/>
                <a:gridCol w="32278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criterion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unique + valid; password ≥ 8, letter + number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validation.js + UNIQUE index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#2, #3, letter/number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Passwords hashed with a salt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password.js (scrypt)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#1, #6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→ 201, no password/hash exposed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authService.register / toSafeUser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#1, "never exposes"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→ token + expiry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token.js issue(), POST /login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credentials → 401 generic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login() + dummy hash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#5, login-before-register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→ 409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pre-check + UNIQUE catch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#2, casing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errors → 400 per 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collect()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#3, empty-fields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cases, security &amp; non-functional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spec's edge-case list, handled and checked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486400"/>
                <a:gridCol w="27706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casing / whitespace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 + lowercase before storing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+ UI shot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or missing fields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with a message per 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Extremely long input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≤ 254, password ≤ 128, body ≤ 16 KB → 413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before registration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 generic, same timing (dummy hash)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 attacks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crypto.timingSafeEqual on hashes and token signatures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review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 force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failures / 15 min → 429 + Retry-After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in logs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method, path, status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captures console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selection &amp; justification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server fits this task, and what was actually used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566160"/>
                <a:gridCol w="4206240"/>
                <a:gridCol w="15819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would give the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for this 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real browser the agent can drive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UI flows, capture evidence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Up-to-date library docs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node:sqlite is a newer API; avoid stale examples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Repos, PRs, CI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Useful once code is pushed for review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Read/write a local folder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already has local file 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Queries against a test 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SQLite, inspected by tests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526280"/>
            <a:ext cx="11274552" cy="1691640"/>
          </a:xfrm>
          <a:prstGeom prst="rect">
            <a:avLst/>
          </a:prstGeom>
          <a:solidFill>
            <a:srgbClr val="EEF6F8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685800" y="4617720"/>
            <a:ext cx="10835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use in this run  </a:t>
            </a:r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MCP server was connected. The same browser automation was done with a playwright-core script driving the local Edge browser (the UI screenshots in this deck). So the MCP usage bonus (+5) is </a:t>
            </a:r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claimed</a:t>
            </a:r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Next step: connect the Playwright MCP so the agent can verify flows itself, with tool-call evidence.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/ token consumption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actual consumption and the spending decisions behind 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5852160" cy="4754880"/>
          </a:xfrm>
          <a:prstGeom prst="rect">
            <a:avLst/>
          </a:prstGeom>
          <a:solidFill>
            <a:srgbClr val="FFF4E5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640080" y="160020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SUBMITTING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screenshot + credits used (actual / 250)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your usage page after the task (redact anything private).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number to slide 2 ("Credits used").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Claude usage is billed separately from the 250 ChatGPT credits, say so here.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83680" y="1463040"/>
            <a:ext cx="51480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812280" y="1600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decisions in this run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812280" y="20574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session built all five options; no re-runs "to see if it's better".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modules (HTTP, token, UI helpers) were written once and reused, cutting repeated generation.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and screenshots ran locally: verification cost no model tokens.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stack: no install or dependency-debugging cycles.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generated by a script from real artifacts, not drafted slide by slide in chat.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Reusable workflow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 loop that works for any spec-driven story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2103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/ input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spec with Given/When/Then, guideline, report template.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0" y="1554480"/>
            <a:ext cx="2103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80360" y="16916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80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880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2880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· Context · Task · Constraints · Output; point the agent at the spec files.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0" y="1554480"/>
            <a:ext cx="2103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166360" y="16916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166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166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action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166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coding mode: service → API → UI → tests, in small verified increments.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315200" y="1554480"/>
            <a:ext cx="2103120" cy="3291840"/>
          </a:xfrm>
          <a:prstGeom prst="rect">
            <a:avLst/>
          </a:prstGeom>
          <a:solidFill>
            <a:srgbClr val="FFF4E5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452360" y="169164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52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452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452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diff, run npm test, review screenshots; reject or adjust. No external writes without preview.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601200" y="1554480"/>
            <a:ext cx="2103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738360" y="16916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38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9738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hand off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9738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evidence capture, README, report deck generated from real artifacts.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57200" y="5074920"/>
            <a:ext cx="11274552" cy="1143000"/>
          </a:xfrm>
          <a:prstGeom prst="rect">
            <a:avLst/>
          </a:prstGeom>
          <a:solidFill>
            <a:srgbClr val="EEF6F8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685800" y="5120640"/>
            <a:ext cx="10835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conditions  </a:t>
            </a:r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story with explicit acceptance criteria and test scenarios. The stack can change; the gates cannot: tests before evidence, human review before anything leaves the machine, and public or sample data only.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self-check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before upload: green items are done, amber items need the learner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1828800"/>
                <a:gridCol w="3593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option requirement is satisfied and evidenced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11–18, README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 visible examples of AI output corrected or rejected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10 (+ add your own)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Mode, model tier and MCP choice are justified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5, 19 (confirm licence)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substantive chat session is labelled and submitted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9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to 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8: add session export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Screenshots readable; sensitive data redacted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data only; no client data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use reported; no out-of-scope model used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9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to 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20 + licence check, slide 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56692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rule: 80+ overall and no criterion at Level 1.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Flezi-E1-Dev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Flow-2 AI Execution Report - Option 1</dc:title>
  <dc:subject>PptxGenJS Presentation</dc:subject>
  <dc:creator>vypv</dc:creator>
  <cp:lastModifiedBy>vypv</cp:lastModifiedBy>
  <cp:revision>1</cp:revision>
  <dcterms:created xsi:type="dcterms:W3CDTF">2026-10-01T13:44:40Z</dcterms:created>
  <dcterms:modified xsi:type="dcterms:W3CDTF">2026-10-01T13:44:40Z</dcterms:modified>
</cp:coreProperties>
</file>