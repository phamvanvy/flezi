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Flow-2 report for Option 5 (Comment &amp; Rating System). Account vypv, program Flezi-E1-Dev.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and final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 understood the requirement before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estimate was reached.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each mode/model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of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Paste one representative prompt verbatim and explain its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chat session to a slide; do not tidy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your sign-off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3+ places where AI output was corrected or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tests actually ran and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 each requirement is covered.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negative paths were handled.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Selecting the right server and saying why is required; using it is a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actual consumption and meaningful spending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work into a repeatable governed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pass requires 80+ and no Level 1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601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Flow-2 AI Execution Report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5 — Comment &amp; Rating System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42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vypv  ·  Developer (Flezi-E1-Dev)  ·  01 Oct 2026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AI. Prove your judgement. Evidence everything.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177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Given/When/Then scenarios covered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4114800"/>
            <a:ext cx="33832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4206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892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dependencies (Node.js built-ins only)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deck  ·  Flow2_vypv_Flezi-E1-Dev_Option_5.pptx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Option 5 — Comment &amp; Rating System. 1–5 star reviews with optional comment, one editable review per user, live average.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 UI (stars, comment, edit mode, average badge), 4 endpoints, 15 passing tests (all 6 spec scenarios).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Claude Code agent in VS Code (model: Claude Opus 5.5) · Node.js 24 built-ins · no npm packages.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used: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yet recorded — add the actual figure from your usage page (see slide 20).</a:t>
            </a:r>
            <a:endParaRPr lang="en-US" sz="1650" dirty="0"/>
          </a:p>
          <a:p>
            <a:pPr marL="342900" indent="-342900">
              <a:buSzPct val="100000"/>
              <a:buChar char="•"/>
            </a:pPr>
            <a:r>
              <a:rPr lang="en-US" sz="16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</a:t>
            </a:r>
            <a:pPr indent="0" marL="0">
              <a:spcAft>
                <a:spcPts val="1600"/>
              </a:spcAft>
              <a:buNone/>
            </a:pPr>
            <a:r>
              <a:rPr lang="en-US" sz="16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first draft is not the evidence. Running the tests and reviewing real screenshots exposed defects (lost 413 response, toast pile-up, layout bugs) that reading the code missed.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863840" y="123444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134416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(npm test)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863840" y="288036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92440" y="299008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703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traced to code + tests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63840" y="4526280"/>
            <a:ext cx="3840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92440" y="4636008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5349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corrected or rejected (slide 10)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 understanding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story asks for, and the decisions made where the spec left room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577840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logged-in user, I want to leave a star rating and comment on an item, so that I can share feedback and see the average rating from others.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614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(from the spec)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15468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integer 1–5; comment optional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per user per item; resubmit edits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(1 decimal) + count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Newest-first with author, stars, comment, time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author may edit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reviews → 0 and 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1463040"/>
            <a:ext cx="539496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83680" y="16002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Interpretations &amp; decisions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011680"/>
            <a:ext cx="49834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are public; writes need sign-in. A signed-in reader also gets myReview to pre-fill the form.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Re-submitting via POST replaces the caller's review; the form uses PUT /reviews/:id once a review exists.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Newest-first by createdAt; an edited review keeps its place and is marked "edited".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= SQL AVG rounded to 1 decimal; empty set → 0.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item → 404 (spec lists no error; chose explicit 404 over an empty 200).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 estimation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 scale: complexity, effort and risk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5313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Low-medium: upsert + aggregate + author check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Medium: 3 endpoints, rating UI with edit mode, 15 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/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Low: rules are explicit in the spec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points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of the five: one table, clear rules, no money or crypto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2578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proposed with the AI from the spec and what was actually built; the final number is the learner's judgement — adjust it if your team calibrates differently.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tool, mode &amp; model selection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 did which job, and why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48840"/>
                <a:gridCol w="2651760"/>
                <a:gridCol w="382219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choice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spec, guideline, template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Agent: file 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local PDFs/PPTX directly, no copy-paste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&amp; design decisions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planning (≈ Chat)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Weighed 403 vs 404, cookie vs storage, snapshot pricing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API +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· Claude Opus 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Multi-file repo changes: the coding-agent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tests &amp; 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coding (≈ Codex)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--test (local)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failures fixed in the loop, no model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playwright-core + local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Repeatable, real screenshots of the running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report deck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(≈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pptxgenjs 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Deck generated from the real artifacts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983480"/>
            <a:ext cx="11274552" cy="1234440"/>
          </a:xfrm>
          <a:prstGeom prst="rect">
            <a:avLst/>
          </a:prstGeom>
          <a:solidFill>
            <a:srgbClr val="FFF4E5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07492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&amp; model-tier check 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guideline default is ChatGPT Enterprise + Codex (GPT Luna, step up to Terra; Sol+ is out of scope). Claude may be used only if your FSU/BU/client provides the licence. Confirm that licence, and that the model tier is in scope for Flow-2, before submitting.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key design decisions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layers, rules enforced twice: in code and in the database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no framework; same-origin fetch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17520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55848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493008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node:http router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493008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parsing, 16 KB limit, security headers, error shape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16168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146304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391656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391656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business rules (pure functions)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814816" y="1965960"/>
            <a:ext cx="292608" cy="310896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153144" y="1463040"/>
            <a:ext cx="2514600" cy="132588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290304" y="1554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(node:sqlite)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290304" y="19659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/ CHECK constraints, indexes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1127455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34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(item_id, user_id)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review per user per item, even under concurrent submits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CONFLICT DO UPDATE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submission edits instead of duplicating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computed on 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can never drift from the 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check → 403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author may PUT their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npm dependencies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to install; no supply-chain risk; runs on any Node ≥ 22.5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&amp; engineering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as actually sent, an honest critique, and the structure to reuse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120640" cy="2148840"/>
          </a:xfrm>
          <a:prstGeom prst="rect">
            <a:avLst/>
          </a:prstGeom>
          <a:solidFill>
            <a:srgbClr val="1E1E1E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1536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 sent (verbatim, with the two attached screenshots)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745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all this tassk and zip for 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name is vypv"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Follow-up mid-run: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"sorry not the zip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 file"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794760"/>
            <a:ext cx="51206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3886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critique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279392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Under-specified: no role, constraints or output format.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compensated by reading the guideline (13 pages), the template and the spec PDF before writing code.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stated output format would have avoided the zip → pptx correction.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852160" y="1463040"/>
            <a:ext cx="5879592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035040" y="155448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to reuse (Role · Context · Task · Constraints · Output)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2011680"/>
            <a:ext cx="5532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Node.js developer.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Option 5 spec (Comment &amp; Rating System) PDF, report template PPTX, guideline v1.3.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 end + front end + one unit test per Given/When/Then row; README with run steps and the estimation table.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sample data only; no new dependencies; parameterised SQL; no writes outside ./options; ask before deciding ambiguous rules.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changed, test results, open questions; then one PPTX report deck.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4846320"/>
            <a:ext cx="5532120" cy="0"/>
          </a:xfrm>
          <a:prstGeom prst="line">
            <a:avLst/>
          </a:prstGeom>
          <a:noFill/>
          <a:ln w="9525">
            <a:solidFill>
              <a:srgbClr val="D9E2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4956048"/>
            <a:ext cx="553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structure  </a:t>
            </a:r>
            <a:pPr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sets the quality bar. Context points at files instead of pasting them. Constraints encode the guideline's red flags (data, dependencies, unapproved writes). Output makes the result easy to review.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chat session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Option 5 API + UI + tests + deck — 1 Oct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630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 in the session (in order)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1847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Flow-2 guideline, the template deck and the Option spec PDF.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615184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zero-dependency Node 24 stack (node:http, node:sqlite, node:crypto, node:test).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33284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27355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shared HTTP and token modules, then this option's service, API and UI.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39867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npm test, fixed real failures, re-ran until green.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4754880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0292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470001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the app in headless Edge, reviewed every screenshot, fixed UI defects, re-captured.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5468112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5468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541324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README; learner redirected the output from zip to PPTX; deck generated.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629400" y="1463040"/>
            <a:ext cx="5102352" cy="48006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6812280" y="1600200"/>
            <a:ext cx="473659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or export of this Claude Code session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VS Code Claude Code conversation (or screenshot its key turns) and place it on this slide; add more slides if needed.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it: "Agent — Option 5 API + UI + tests + deck — 1 Oct".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tidy it: the weak first prompt and the zip → pptx correction are the evidence.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anything confidential first.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Human-in-the-loop: review gates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human (or a hard check) had to say yes before work moved 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" y="17373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writes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187452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worked only in local folders: no git push, PR, Jira or upload. Nothing left the machine without the learner.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70048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" y="29443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2944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2761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 the evidence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08152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only after npm test was green (15/15 for this option, 74/74 across all five).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877056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" y="415137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39684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review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288536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captured screenshot was inspected; UI defects found there were fixed and re-captured (slide 10).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084064"/>
            <a:ext cx="6309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1792" y="5358384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1325880" y="51755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sign-off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495544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reviews the code, runs the app and approves this deck before uploading it to the PowerApps form.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040880" y="1463040"/>
            <a:ext cx="4690872" cy="470916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7223760" y="1600200"/>
            <a:ext cx="432511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approval evidence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screenshot showing you reviewing or approving the agent's work, e.g. a permission prompt, a diff review, or you running npm test.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on what you checked and what you would have rejected.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Corrections &amp; rejections of AI output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really happened in this session; "found by" says who or what caught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926080"/>
                <a:gridCol w="2587752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/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Star-rating input built as a fieldset with row-reverse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"Your rating" label rendered to the right of the stars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review of captured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moved out of the flex row; radiogroup with aria-labelledby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JSON body reader called req.destroy() on bodies over 16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got "socket closed" instead of a 413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test (Option 1: "rejects extremely long input")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Content-Length up front, drain instead of destroy; test now green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Toast messages on every write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toasts stacked over the UI after rapid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review of captured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3 most recent toasts (shared client.js)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 plan: zip archive of all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wanted the PPTX report decks, not a zip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(mid-session message: "not the zip file, pptx file")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Re-scoped output to one PPTX deck per option; no zip produced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10" name="Text 6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one correction from your own review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source code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29768" y="1161288"/>
            <a:ext cx="7918704" cy="505581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8" name="Image 0" descr="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863840" cy="50009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641080" y="1188720"/>
            <a:ext cx="3090672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823960" y="13258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173736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reviewService.js: submit() upserts on (item, user) and returns the recomputed aggregate; edit() enforces author-only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823960" y="39319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code lives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434340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options/option-5-reviews/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  (server, services, db)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public/  (UI)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test/  (node:test)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(1/4)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0199" y="1453896"/>
            <a:ext cx="8426483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1-average-and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631" y="1481328"/>
            <a:ext cx="8371619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badge 4.0 / 3 reviews; list newest-first with stars + relative time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(2/4)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0199" y="1453896"/>
            <a:ext cx="8426483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2-empty-be-fi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631" y="1481328"/>
            <a:ext cx="8371619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without reviews: average 0.0 and "Be the first to review"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(3/4)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789" y="1453896"/>
            <a:ext cx="8411303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5-edit-pre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21" y="1481328"/>
            <a:ext cx="8356439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review pre-filled → "Edit your review" / "Update review"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evidence: app UI (4/4)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 of the running app (headless Edge, 01 Oct 2026)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789" y="1453896"/>
            <a:ext cx="8411303" cy="4855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ui-6-edited-average-upd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21" y="1481328"/>
            <a:ext cx="8356439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98280" y="1481328"/>
            <a:ext cx="26334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9253728" y="16276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253728" y="2057400"/>
            <a:ext cx="2331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edit (4★ → 2★): average recomputed 4.0 → 3.5, marked "edited"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evidence: spec scenarios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test → 15 passed, 0 failed (captured run output)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9768" y="1435608"/>
            <a:ext cx="6089904" cy="3808834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pic>
        <p:nvPicPr>
          <p:cNvPr id="9" name="Image 0" descr="te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035040" cy="375397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63040"/>
          <a:ext cx="496519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685032"/>
                <a:gridCol w="868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/ When / Then (spec table)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0 or 6 →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review, submit again → updated, not duplicated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 [5, 3, 4] → average 4.0, count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reviews → average 0, count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B edits A's review → 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over time → newest-first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6766560" y="51206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9 extra tests for acceptance criteria and edge cases (slides 17–18). Each run uses a fresh in-memory database, so results are repeatable.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Acceptance criteria → code → tests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criterion is implemented and verified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356616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integer 1–5; comment optional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ratingError() + DB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#1, non-integer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review per user per item; resubmit edits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+ upsert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#2, concurrent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(1 decimal) +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AVG + roundAverage()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#3, rounding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Newest-first with author, stars, comment,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created_at DESC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#6, UI shot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author may edit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edit() → 403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reviews → 0 and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roundAverage(null) =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#4, UI shot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cases, security &amp; non-functional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spec's edge-case list, handled and checked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486400"/>
                <a:gridCol w="27706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0, 6 or non-integer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with field message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+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user submits twice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 edits; concurrent submits → 1 row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 another user's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empty 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no divide-by-zero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submit clicks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disabled while in flight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Over-long comment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1000 chars, counter in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selection &amp; justification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server fits this task, and what was actually used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4206240"/>
                <a:gridCol w="1581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would give the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real browser the agent can drive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UI flows, capture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Up-to-date library docs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node:sqlite is a newer API; avoid stale 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Repos, PRs, CI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Useful once code is pushed for review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 a local folder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already has local file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 against a test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SQLite, inspected by tests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needed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526280"/>
            <a:ext cx="11274552" cy="169164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85800" y="4617720"/>
            <a:ext cx="10835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use in this run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 server was connected. The same browser automation was done with a playwright-core script driving the local Edge browser (the UI screenshots in this deck). So the MCP usage bonus (+5) is </a:t>
            </a:r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claimed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Next step: connect the Playwright MCP so the agent can verify flows itself, with tool-call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/ token consumption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actual consumption and the spending decisions behind 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63040"/>
            <a:ext cx="5852160" cy="4754880"/>
          </a:xfrm>
          <a:prstGeom prst="rect">
            <a:avLst/>
          </a:prstGeom>
          <a:solidFill>
            <a:srgbClr val="FFF4E5"/>
          </a:solidFill>
          <a:ln w="19050">
            <a:solidFill>
              <a:srgbClr val="E8A33D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40080" y="160020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BEFORE SUBMITTING</a:t>
            </a:r>
            <a:endParaRPr lang="en-US" sz="1100" dirty="0"/>
          </a:p>
          <a:p>
            <a:pPr indent="0" marL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screenshot + credits used (actual / 250)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your usage page after the task (redact anything private).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number to slide 2 ("Credits used").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Claude usage is billed separately from the 250 ChatGPT credits, say so here.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1463040"/>
            <a:ext cx="5148072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812280" y="1600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decisions in this run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20574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session built all five options; no re-runs "to see if it's better".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modules (HTTP, token, UI helpers) were written once and reused, cutting repeated generation.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screenshots ran locally: verification cost no model tokens.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stack: no install or dependency-debugging cycles.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generated by a script from real artifacts, not drafted slide by slide in chat.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 loop that works for any spec-driven story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input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spec with Given/When/Then, guideline, report template.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80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80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880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&amp; context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880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Context · Task · Constraints · Output; point the agent at the spec files.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166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66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coding mode: service → API → UI → tests, in small verified increments.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315200" y="1554480"/>
            <a:ext cx="2103120" cy="3291840"/>
          </a:xfrm>
          <a:prstGeom prst="rect">
            <a:avLst/>
          </a:prstGeom>
          <a:solidFill>
            <a:srgbClr val="FFF4E5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52360" y="16916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52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452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diff, run npm test, review screenshots; reject or adjust. No external writes without preview.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601200" y="1554480"/>
            <a:ext cx="21031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738360" y="16916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97383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hand off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9738360" y="2926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evidence capture, README, report deck generated from real artifacts.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5074920"/>
            <a:ext cx="11274552" cy="1143000"/>
          </a:xfrm>
          <a:prstGeom prst="rect">
            <a:avLst/>
          </a:prstGeom>
          <a:solidFill>
            <a:srgbClr val="EEF6F8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38100" dist="12700" dir="5400000">
              <a:srgbClr val="0B2545">
                <a:alpha val="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85800" y="5120640"/>
            <a:ext cx="1083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conditions  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story with explicit acceptance criteria and test scenarios. The stack can change; the gates cannot: tests before evidence, human review before anything leaves the machine, and public or sample data only.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0"/>
            <a:ext cx="112772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self-check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8755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before upload: green items are done, amber items need the learner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7395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Flow-2 AI Execution Report  ·  vypv  ·  Flezi-E1-Dev  ·  Option 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34472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82880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option requirement is satisfied and evidenced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11–18, README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visible examples of AI output corrected or rejected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10 (+ add your own)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Mode, model tier and MCP choice are justified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 5, 19 (confirm licence)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substantive chat session is labelled and submitted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8: add session export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Screenshots readable; sensitive data redacted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A7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data only; no client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use reported; no out-of-scope model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9A4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 to 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20 + licence check, slide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566928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rule: 80+ overall and no criterion at Level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Flezi-E1-Dev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Flow-2 AI Execution Report - Option 5</dc:title>
  <dc:subject>PptxGenJS Presentation</dc:subject>
  <dc:creator>vypv</dc:creator>
  <cp:lastModifiedBy>vypv</cp:lastModifiedBy>
  <cp:revision>1</cp:revision>
  <dcterms:created xsi:type="dcterms:W3CDTF">2026-10-01T13:44:40Z</dcterms:created>
  <dcterms:modified xsi:type="dcterms:W3CDTF">2026-10-01T13:44:40Z</dcterms:modified>
</cp:coreProperties>
</file>