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Flow-2 report for Option 2 (Task/To-Do CRUD Management). Account vypv, program Flezi-E1-Dev.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project and final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understood the requirement before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estimate was reached.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each mode/model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structure of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one representative prompt verbatim and explain its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chat session to a slide; do not tidy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your sign-off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3+ places where AI output was corrected or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tests actually ran and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 each requirement is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negative paths were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Selecting the right server and saying why is required; using it is a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actual consumption and meaningful spending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work into a repeatable governed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pass requires 80+ and no Level 1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Flow-2 AI Execution Report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 — Task/To-Do CRUD Management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42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vypv  ·  Developer (Flezi-E1-Dev)  ·  01 Oct 2026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the AI. Prove your judgement. Evidence everything.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Given/When/Then scenarios covered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dependencies (Node.js built-ins only)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deck  ·  Flow2_vypv_Flezi-E1-Dev_Option_2.pptx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6949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Option 2 — Task/To-Do CRUD Management. Per-user to-do CRUD with strict ownership, validation and a reactive list UI.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 list UI (add, inline edit, toggle, delete, filters), 4 endpoints, 13 passing tests (all 5 spec scenarios).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Code agent in VS Code (model: Claude Opus 5.5) · Node.js 24 built-ins · no npm packages.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used: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yet recorded — add the actual figure from your usage page (see slide 20).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draft is not the evidence. Running the tests and reviewing real screenshots exposed defects (lost 413 response, toast pile-up, layout bugs) that reading the code missed.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863840" y="123444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13441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(npm test)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63840" y="288036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92440" y="29900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traced to code + tests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863840" y="452628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092440" y="46360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5349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 corrected or rejected (slide 10)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 understanding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story asks for, and the decisions made where the spec left room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577840" cy="114300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53619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logged-in user, I want to create, view, update, and delete my tasks, so that I can track my daily work in one place.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614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(from the spec)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15468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own tasks; others → 403/404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required; desc optional; status; timestamps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→ 201 with resource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title/description + toggle status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is permanent; list updates now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id → 404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1463040"/>
            <a:ext cx="539496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583680" y="1600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Interpretations &amp; decisions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011680"/>
            <a:ext cx="49834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Cross-owner access returns 404 (not 403) so task IDs cannot be probed for existence; spec allows either.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is a partial update (title / description / status), at least one field required.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sends the target status ({status:"done"}), not "flip", so duplicates are idempotent.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is newest-first; ?status= filter validated (open | done).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reuses Option 1's signed token + HttpOnly cookie (identity for ownership checks).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point estimation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scale: complexity, effort and risk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1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ownership checks + optimistic UI with rollback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4 endpoints, list UI with inline edit + filters, 13 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/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Low: well-known CRUD pattern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points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end alone ≈ 3; optimistic UI, double-click and other-tab cases add real 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proposed with the AI from the spec and what was actually built; the final number is the learner's judgement — adjust it if your team calibrates differently.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tool, mode &amp; model selection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 did which job, and why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48840"/>
                <a:gridCol w="2651760"/>
                <a:gridCol w="38221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spec, guideline,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Agent: file 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local PDFs/PPTX directly, no copy-paste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&amp; design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planning (≈ Chat)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Weighed 403 vs 404, cookie vs storage, snapshot 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API +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coding (≈ Codex)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Multi-file repo changes: the coding-agent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tests &amp; debug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coding (≈ Codex)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--test (local)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failures fixed in the loop, no model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playwright-core + local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Repeatable, real screenshots of the running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report deck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(≈ 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pptxgenjs 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generated from the real artifacts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983480"/>
            <a:ext cx="11274552" cy="1234440"/>
          </a:xfrm>
          <a:prstGeom prst="rect">
            <a:avLst/>
          </a:prstGeom>
          <a:solidFill>
            <a:srgbClr val="FFF4E5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5074920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&amp; model-tier check 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guideline default is ChatGPT Enterprise + Codex (GPT Luna, step up to Terra; Sol+ is out of scope). Claude may be used only if your FSU/BU/client provides the licence. Confirm that licence, and that the model tier is in scope for Flow-2, before submitting.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key design decisions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layers, rules enforced twice: in code and in the database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JS, no framework; same-origin fetch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17520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55848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93008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node:http router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parsing, 16 KB limit, security headers, error shape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16168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54496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391656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391656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business rules (pure functions)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814816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53144" y="1463040"/>
            <a:ext cx="2514600" cy="132588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290304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(node:sqlite)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290304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/ CHECK constraints, indexes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434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id = ? AND owner_id = 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 enforced in every query, not after fetching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CHECK 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Non-empty title and status ∈ {open, done} even if code regresses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 UI + rollback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feedback; restores state and shows a toast on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Per-task in-flight guard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double-clicks send one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npm dependencies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to install; no supply-chain risk; runs on any Node ≥ 22.5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&amp; engineering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as actually sent, an honest critique, and the structure to reuse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120640" cy="2148840"/>
          </a:xfrm>
          <a:prstGeom prst="rect">
            <a:avLst/>
          </a:prstGeom>
          <a:solidFill>
            <a:srgbClr val="1E1E1E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536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 sent (verbatim, with the two attached screenshots)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8745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 all this tassk and zip for 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name is vypv"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Follow-up mid-run: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"sorry not the zip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 file"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794760"/>
            <a:ext cx="51206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critique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279392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Under-specified: no role, constraints or output format.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compensated by reading the guideline (13 pages), the template and the spec PDF before writing code.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stated output format would have avoided the zip → pptx correction.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52160" y="1463040"/>
            <a:ext cx="5879592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035040" y="155448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to reuse (Role · Context · Task · Constraints · Output)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2011680"/>
            <a:ext cx="5532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Node.js developer.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Option 2 spec (Task/To-Do CRUD Management) PDF, report template PPTX, guideline v1.3.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back end + front end + one unit test per Given/When/Then row; README with run steps and the estimation table.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sample data only; no new dependencies; parameterised SQL; no writes outside ./options; ask before deciding ambiguous rules.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changed, test results, open questions; then one PPTX report deck.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4846320"/>
            <a:ext cx="55321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5040" y="4956048"/>
            <a:ext cx="553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  </a:t>
            </a:r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sets the quality bar. Context points at files instead of pasting them. Constraints encode the guideline's red flags (data, dependencies, unapproved writes). Output makes the result easy to review.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chat session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Option 2 API + UI + tests + deck — 1 Oct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the session (in order)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190195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470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Flow-2 guideline, the template deck and the Option spec PDF.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615184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zero-dependency Node 24 stack (node:http, node:sqlite, node:crypto, node:test).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32841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2735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shared HTTP and token modules, then this option's service, API and UI.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39867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npm test, fixed real failures, re-ran until green.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475488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470001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the app in headless Edge, reviewed every screenshot, fixed UI defects, re-captured.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546811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5468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54132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README; learner redirected the output from zip to PPTX; deck generated.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629400" y="1463040"/>
            <a:ext cx="5102352" cy="48006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6812280" y="1600200"/>
            <a:ext cx="473659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or export of this Claude Code session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VS Code Claude Code conversation (or screenshot its key turns) and place it on this slide; add more slides if needed.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it: "Agent — Option 2 API + UI + tests + deck — 1 Oct".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tidy it: the weak first prompt and the zip → pptx correction are the evidence.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anything confidential first.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Human-in-the-loop: review gates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human (or a hard check) had to say yes before work moved 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" y="17373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writes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18745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worked only in local folders: no git push, PR, Jira or upload. Nothing left the machine without the learner.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70048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" y="294436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27614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gate the evidence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08152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only after npm test was green (13/13 for this option, 74/74 across all five).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877056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" y="415137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39684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review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28853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captured screenshot was inspected; UI defects found there were fixed and re-captured (slide 10).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084064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" y="5358384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25880" y="517550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sign-off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49554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reviews the code, runs the app and approves this deck before uploading it to the PowerApps form.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040880" y="1463040"/>
            <a:ext cx="4690872" cy="470916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7223760" y="1600200"/>
            <a:ext cx="432511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approval evidence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screenshot showing you reviewing or approving the agent's work, e.g. a permission prompt, a diff review, or you running npm test.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on what you checked and what you would have rejected.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Corrections &amp; rejections of AI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really happened in this session; "found by" says who or what caught 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2587752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/ 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"Title must not be empty"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Stayed visible after the user started typing again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review of captured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the error on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JSON body reader called req.destroy() on bodies over 16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got "socket closed" instead of a 413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test (Option 1: "rejects extremely long input")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Content-Length up front, drain instead of destroy; test now green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Toast messages on every write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toasts stacked over the UI after rapid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review of captured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only the 3 most recent toasts (shared client.js)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 plan: zip archive of all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wanted the PPTX report decks, not a zip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(mid-session message: "not the zip file, pptx file")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Re-scoped output to one PPTX deck per option; no zip produced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10" name="Text 6"/>
          <p:cNvSpPr txBox="1"/>
          <p:nvPr/>
        </p:nvSpPr>
        <p:spPr>
          <a:xfrm>
            <a:off x="640080" y="54864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one correction from your own review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source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54316" y="1161288"/>
            <a:ext cx="7669609" cy="5175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8" name="Image 0" descr="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48" y="1188720"/>
            <a:ext cx="7614745" cy="5120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41080" y="1188720"/>
            <a:ext cx="3090672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82396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173736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taskService.js: every lookup is owner-scoped; partial update validates only provided fields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82396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code lives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823960" y="43434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options/option-2-todo-crud/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  (server, services, db)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public/  (UI)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test/  (node:test)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(1/4)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53896"/>
            <a:ext cx="8467344" cy="455904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2-task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8412480" cy="450418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done (strikethrough + badge), edit/delete per task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(2/4)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53896"/>
            <a:ext cx="8467344" cy="472992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4-inline-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8412480" cy="467506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 (Enter saves, Esc cancels); whitespace-only title rejected above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(3/4)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53896"/>
            <a:ext cx="8467344" cy="320516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1-empty-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8412480" cy="315029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 for a new user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(4/4)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53896"/>
            <a:ext cx="8467344" cy="3551301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5-filter-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8412480" cy="349643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tabs call GET /tasks?status=done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evidence: spec scenarios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→ 13 passed, 0 failed (captured run output)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35608"/>
            <a:ext cx="6089904" cy="3577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035040" cy="3523064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463040"/>
          <a:ext cx="496519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685032"/>
                <a:gridCol w="868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/ When / Then (spec table)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/ whitespace title → 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B updates/deletes A's task → denied (404)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task, toggle → done (and back)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Non-existent id, delete → 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statuses, ?status=open → only 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766560" y="512064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8 extra tests for acceptance criteria and edge cases (slides 17–18). Each run uses a fresh in-memory database, so results are repeatable.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 criteria → code → tests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criterion is implemented and verified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56616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own tasks; others → 403/404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Owner-scoped SQL → 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#2, list-isolation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required; desc optional; status; timestamps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+ DB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#1, create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→ 201 with resource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/tasks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title/description + toggle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/tasks/:id (partial)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#3, edit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is permanent; list updates now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+ optimistic removal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test,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id → 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getOwned() / changes ===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cases, security &amp; non-functional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spec's edge-case list, handled and checked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2770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Whitespace-only title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on create and update; UI blocks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+ UI shot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double-click toggle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In-flight guard + idempotent target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 in another tab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→ row removed + info toast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user's 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on update/delete; never listed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Dozens of tasks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60-task list &lt; 500 ms; indexed (owner_id, status)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feedback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Toast on every add/save/toggle/delete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selection &amp; justification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server fits this task, and what was actually used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4206240"/>
                <a:gridCol w="1581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would give the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for this 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browser the agent can drive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UI flows, capture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Up-to-date library docs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node:sqlite is a newer API; avoid stale 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Repos, PRs, CI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once code is pushed for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Read/write a local folder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already has local file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 against a test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SQLite, inspected by 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526280"/>
            <a:ext cx="11274552" cy="169164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85800" y="4617720"/>
            <a:ext cx="10835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use in this run  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MCP server was connected. The same browser automation was done with a playwright-core script driving the local Edge browser (the UI screenshots in this deck). So the MCP usage bonus (+5) is </a:t>
            </a:r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Next step: connect the Playwright MCP so the agent can verify flows itself, with tool-call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/ token consumption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actual consumption and the spending decisions behind 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852160" cy="475488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40080" y="16002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screenshot + credits used (actual / 250)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your usage page after the task (redact anything private).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number to slide 2 ("Credits used").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Claude usage is billed separately from the 250 ChatGPT credits, say so 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1463040"/>
            <a:ext cx="51480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12280" y="1600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decisions in this run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20574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session built all five options; no re-runs "to see if it's better".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modules (HTTP, token, UI helpers) were written once and reused, cutting repeated generation.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screenshots ran locally: verification cost no model tokens.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stack: no install or dependency-debugging cycles.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generated by a script from real artifacts, not drafted slide by slide in chat.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loop that works for any spec-driven story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input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spec with Given/When/Then, guideline, report template.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80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80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880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880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Context · Task · Constraints · Output; point the agent at the spec files.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66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66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166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coding mode: service → API → UI → tests, in small verified increments.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15200" y="1554480"/>
            <a:ext cx="2103120" cy="3291840"/>
          </a:xfrm>
          <a:prstGeom prst="rect">
            <a:avLst/>
          </a:prstGeom>
          <a:solidFill>
            <a:srgbClr val="FFF4E5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52360" y="169164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diff, run npm test, review screenshots; reject or adjust. No external writes without preview.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601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738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738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hand off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738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evidence capture, README, report deck generated from real artifacts.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" y="5074920"/>
            <a:ext cx="11274552" cy="114300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85800" y="5120640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conditions  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story with explicit acceptance criteria and test scenarios. The stack can change; the gates cannot: tests before evidence, human review before anything leaves the machine, and public or sample data only.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self-check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before upload: green items are done, amber items need the learner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82880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option requirement is satisfied and evidenced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11–18, README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visible examples of AI output corrected or rejected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10 (+ add your own)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Mode, model tier and MCP choice are justified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5, 19 (confirm licence)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substantive chat session is labelled and submitted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8: add session export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readable; sensitive data redacted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data only; no client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use reported; no out-of-scope model used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20 + licence check, slide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6692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rule: 80+ overall and no criterion at Level 1.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Flezi-E1-Dev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Flow-2 AI Execution Report - Option 2</dc:title>
  <dc:subject>PptxGenJS Presentation</dc:subject>
  <dc:creator>vypv</dc:creator>
  <cp:lastModifiedBy>vypv</cp:lastModifiedBy>
  <cp:revision>1</cp:revision>
  <dcterms:created xsi:type="dcterms:W3CDTF">2026-10-01T13:44:40Z</dcterms:created>
  <dcterms:modified xsi:type="dcterms:W3CDTF">2026-10-01T13:44:40Z</dcterms:modified>
</cp:coreProperties>
</file>