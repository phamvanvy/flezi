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Flow-2 report for Option 3 (Product Catalog with Search &amp; Filter). Account vypv, program Flezi-E1-Dev.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final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understood the requirement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estimate was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mode/model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representative prompt verbatim and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chat session to a slide; do not tidy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your sign-off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3+ places where AI output was corrected or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tests actually ran and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each requirement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negative paths were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the right server and saying why is required; using it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actual consumption and meaningful spending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work into a repeatable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 requires 80+ and no Level 1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Flow-2 AI Execution Report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3 — Product Catalog with Search &amp; Filter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42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vypv  ·  Developer (Flezi-E1-Dev)  ·  01 Oct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AI. Prove your judgement. Evidence everything.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Given/When/Then scenarios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 (Node.js built-ins only)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deck  ·  Flow2_vypv_Flezi-E1-Dev_Option_3.pptx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 3 — Product Catalog with Search &amp; Filter. Combinable keyword / category / price filters with sorting and paginated results.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Catalog UI (debounced search, multi-category, price, sort, chips, pager), 2 endpoints, 15 passing tests.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agent in VS Code (model: Claude Opus 5.5) · Node.js 24 built-ins · no npm packages.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yet recorded — add the actual figure from your usage page (see slide 20).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draft is not the evidence. Running the tests and reviewing real screenshots exposed defects (lost 413 response, toast pile-up, layout bugs) that reading the code missed.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344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(npm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288036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2990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traced to code +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0" y="45262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636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corrected or rejected (slide 10)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understanding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 asks for, and the decisions made where the spec left room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577840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shopper, I want to search and filter products by keyword, category, and price range, so that I can quickly find items I'm interested in.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61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(from the spec)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Keyword, one or more categories, min/max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combine as an intersection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+ total + page metadata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(price asc/desc, newest)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→ 200 + empty list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params handled gracefully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949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0" y="1600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Interpretations &amp; decisions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1168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= case-insensitive substring match on name or description.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params (abc, -5, 1e3, unknown sort) → 400; well-formed out-of-range paging is clamped.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minPrice &gt; maxPrice → 200 with an empty set (spec allows either); UI explains why.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sort = newest; page size default 10, max 50; id is the final tie-breaker.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= 48 made-up sample products (public sample data only).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scale: complexity, effort and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dynamic query composition, safe parameters, paging metadata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Medium-high: stateful filter UI (URL sync, chips, debounce, cancel)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Low-medium: search semantics needed agreeing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and no auth, but the filter UI is most of the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proposed with the AI from the spec and what was actually built; the final number is the learner's judgement — adjust it if your team calibrates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tool, mode &amp; model selection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did which job, and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651760"/>
                <a:gridCol w="38221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spec, guideline,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Agent: file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local PDFs/PPTX directly, no 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planning (≈ Chat)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Weighed 403 vs 404, cookie vs storage, snapshot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API +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repo changes: the coding-agent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 &amp; 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--test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failures fixed in the loop, no model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playwright-core + local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real screenshots of the running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(≈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generated from the real artifacts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FFF4E5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model-tier check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 default is ChatGPT Enterprise + Codex (GPT Luna, step up to Terra; Sol+ is out of scope). Claude may be used only if your FSU/BU/client provides the licence. Confirm that licence, and that the model tier is in scope for Flow-2, before submitting.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key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layers, rules enforced twice: in code and in the database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framework; same-origin fetch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930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router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16 KB limit, security headers, error 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16168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business rules (pure functions)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14816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53144" y="1463040"/>
            <a:ext cx="2514600" cy="132588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90304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(node:sqlite)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CHECK constraints, indexes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built from present filters; values always bound with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Whitelisted ORDER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key selects from a fixed map; user text never reaches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Escaped LIKE wildcards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%, _ and \ in a keyword match literally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cents + indexes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price filters; indexes on category, price, created_at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npm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install; no supply-chain risk; runs on any Node ≥ 22.5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&amp;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 actually sent, an honest critique, and the structure to reuse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2148840"/>
          </a:xfrm>
          <a:prstGeom prst="rect">
            <a:avLst/>
          </a:prstGeom>
          <a:solidFill>
            <a:srgbClr val="1E1E1E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sent (verbatim, with the two attached screenshots)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all this tassk and zip for 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vypv"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Follow-up mid-run: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"sorry not the zip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 file"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critique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2793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Under-specified: no role, constraints or output format.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compensated by reading the guideline (13 pages), the template and the spec PDF before writing code.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format would have avoided the zip → pptx correction.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87959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155448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reuse (Role · Context · Task · Constraints · Output)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01168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Node.js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Option 3 spec (Product Catalog with Search &amp; Filter) PDF, report template PPTX, guideline v1.3.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 end + front end + one unit test per Given/When/Then row; README with run steps and the estimation table.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data only; no new dependencies; parameterised SQL; no writes outside ./options; ask before deciding ambiguous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changed, test results, open questions; then one PPTX report deck.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846320"/>
            <a:ext cx="55321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956048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sets the quality bar. Context points at files instead of pasting them. Constraints encode the guideline's red flags (data, dependencies, unapproved writes). Output makes the result easy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Option 3 API + UI + tests + deck — 1 Oct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session (in order)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Flow-2 guideline, the template deck and the Option spec PDF.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1518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zero-dependency Node 24 stack (node:http, node:sqlite, node:crypto, node:test).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shared HTTP and token modules, then this option's service, API and UI.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9867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npm test, fixed real failures, re-ran until green.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00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app in headless Edge, reviewed every screenshot, fixed UI defects, re-captured.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4681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README; learner redirected the output from zip to PPTX; deck generated.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29400" y="1463040"/>
            <a:ext cx="5102352" cy="48006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812280" y="1600200"/>
            <a:ext cx="47365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export of this Claude Code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VS Code Claude Code conversation (or screenshot its key turns) and place it on this slide; add more slides if needed.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it: "Agent — Option 3 API + UI + tests + deck — 1 Oct".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tidy it: the weak first prompt and the zip → pptx correction are the evidence.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anything confidential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Human-in-the-loop: review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(or a hard check) had to say yes before work moved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writes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worked only in local folders: no git push, PR, Jira or upload. Nothing left the machine without the learner.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443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evidence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815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only after npm test was green (15/15 for this option, 74/74 across all five).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77056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968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review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screenshot was inspected; UI defects found there were fixed and re-captured (slide 10).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084064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5358384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sign-off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495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reviews the code, runs the app and approves this deck before uploading it to the PowerApps form.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0880" y="1463040"/>
            <a:ext cx="4690872" cy="470916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223760" y="1600200"/>
            <a:ext cx="432511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screenshot showing you reviewing or approving the agent's work, e.g. a permission prompt, a diff review, or you running npm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you checked and what you would have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&amp; rejections of AI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really happened in this session; "found by" says who or what caught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587752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expectation for keyword "set" + $20–30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 "Resistance Bands" ($17.50) was in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Re-checked the sample data by hand before 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Expectation corrected to 2 products; code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expectation for "kit" + toys/books ≤ 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only "Science Kit"; "Kite Rainbow" also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test, then reasoning about substring semantics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substring search (spec-correct); fixed the test, added a narrower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JSON body reader called req.destroy() on bodies over 16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got "socket closed" instead of a 413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 (Option 1: "rejects extremely long input")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Content-Length up front, drain instead of destroy; test now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messages on every write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toasts stacked over the UI after rapid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3 most recent toasts (shared client.js)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plan: zip archive of all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wanted the PPTX report decks, not a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(mid-session message: "not the zip file, pptx file")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Re-scoped output to one PPTX deck per option; no zip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correction from your own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0444" y="1161288"/>
            <a:ext cx="7277353" cy="5175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8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76" y="1188720"/>
            <a:ext cx="7222489" cy="5120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41080" y="1188720"/>
            <a:ext cx="30906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23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7373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catalogService.js: WHERE assembled from present filters with bound parameters; whitelisted ORDER BY; COUNT + LIMIT/OFFSET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43434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options/option-3-product-catalog/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(server, services, db)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(UI)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  (node:test)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(1/4)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3397" y="1453896"/>
            <a:ext cx="8140085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2-combined-filters-ch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29" y="1481328"/>
            <a:ext cx="8085221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+ price range + sort combined; active filters as removable chips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(2/4)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386238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3-page-2-filters-k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38075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keeps every filter (state lives in the URL)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(3/4)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386238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4-empty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38075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with no match → "No products found"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(4/4)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53896"/>
            <a:ext cx="8467344" cy="399821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5-min-gt-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8412480" cy="3943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minPrice &gt; maxPrice → empty set + explanation, no error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evidence: spec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→ 15 passed, 0 failed (captured run output)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35608"/>
            <a:ext cx="6089904" cy="380883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75397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85032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/ When / Then (spec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one category → only that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+ price range → intersection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products, size 10, page 2 → items 11–20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minPrice &gt; maxPrice → empty set, no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matching nothing → empty, total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10 extra tests for acceptance criteria and edge cases (slides 17–18). Each run uses a fresh in-memory database, so results are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 → code → 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is implemented and verified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5661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Keyword, one or more categories, min/max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parseQuery() + dynamic 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#2, multi-category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combine as an intersection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AND-joined clauses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combine-all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Paginated + total + page metadata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 + LIMIT/OFFSET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beyond-last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(price asc/desc, newest)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Whitelisted ORDER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→ 200 + empty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response, empty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#5, UI 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params handled gracefully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or empty set; no crash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#4, 400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cases, security &amp; non-functional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spec's edge-case list, handled and checked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minPrice &gt; maxPrice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empty set; UI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+ UI 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/ non-numeric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with field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beyond totalPages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items, correct metadata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chars /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 OR 1=1 --, %, _, DROP TABLE → literal, 0 hits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requests while typing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ms debounce + AbortController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catalog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 + bounded pageSize (≤ 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selection &amp;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fits this task, and what was actually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420624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give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browser the agent can 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UI flows, capture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library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node:sqlite is a newer API; avoid stale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Repos, PRs, CI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once code is pushed for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 a local folder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already has local file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against a test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SQLite, inspected by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26280"/>
            <a:ext cx="11274552" cy="169164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85800" y="4617720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use in this run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server was connected. The same browser automation was done with a playwright-core script driving the local Edge browser (the UI screenshots in this deck). So the MCP usage bonus (+5) is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step: connect the Playwright MCP so the agent can verify flows itself, with tool-call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/ token consumption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actual consumption and the spending decisions behind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852160" cy="47548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screenshot + credits used (actual / 250)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usage page after the task (redact anything private).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number to slide 2 ("Credits used").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usage is billed separately from the 250 ChatGPT credits, say so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480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1228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decisions in this run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session built all five options; no re-runs "to see if it's better".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(HTTP, token, UI helpers) were written once and reused, cutting repeated generation.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screenshots ran locally: verification cost no model tokens.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stack: no install or dependency-debugging cycles.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by a script from real artifacts, not drafted slide by slide in chat.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loop that works for any spec-driven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input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spec with Given/When/Then, guideline, report template.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Constraints · Output; point the agent at the spec files.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coding mode: service → API → UI → tests, in small verified increments.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554480"/>
            <a:ext cx="2103120" cy="329184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npm test, review screenshots; reject or adjust. No external writes without preview.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1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38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38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hand off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evidence capture, README, report deck generated from real artifacts.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74920"/>
            <a:ext cx="11274552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conditions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story with explicit acceptance criteria and test scenarios. The stack can change; the gates cannot: tests before evidence, human review before anything leaves the machine, and public or sample data only.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self-check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before upload: green items are done, amber items need the learner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option requirement is satisfied and evidenced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11–18, README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visible examples of AI output corrected or rejected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(+ add your own)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 tier and MCP choice are justified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5, 19 (confirm licence)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substantive chat session is labelled and submitted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8: add session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readable; sensitive data redacted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only; no client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use reported; no out-of-scope model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20 + licence check, slide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rule: 80+ overall and no criterion at Level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Flezi-E1-Dev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Flow-2 AI Execution Report - Option 3</dc:title>
  <dc:subject>PptxGenJS Presentation</dc:subject>
  <dc:creator>vypv</dc:creator>
  <cp:lastModifiedBy>vypv</cp:lastModifiedBy>
  <cp:revision>1</cp:revision>
  <dcterms:created xsi:type="dcterms:W3CDTF">2026-10-01T13:44:40Z</dcterms:created>
  <dcterms:modified xsi:type="dcterms:W3CDTF">2026-10-01T13:44:40Z</dcterms:modified>
</cp:coreProperties>
</file>